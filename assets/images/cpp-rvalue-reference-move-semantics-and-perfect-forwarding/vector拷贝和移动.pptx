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719931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22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82" d="100"/>
          <a:sy n="182" d="100"/>
        </p:scale>
        <p:origin x="162" y="288"/>
      </p:cViewPr>
      <p:guideLst>
        <p:guide orient="horz" pos="1134"/>
        <p:guide pos="22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589241"/>
            <a:ext cx="5399485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891070"/>
            <a:ext cx="5399485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32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87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897613"/>
            <a:ext cx="6209407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409468"/>
            <a:ext cx="6209407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00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958453"/>
            <a:ext cx="3059708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958453"/>
            <a:ext cx="3059708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99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91691"/>
            <a:ext cx="6209407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882610"/>
            <a:ext cx="304564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315164"/>
            <a:ext cx="3045647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882610"/>
            <a:ext cx="306064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315164"/>
            <a:ext cx="3060646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15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1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37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40030"/>
            <a:ext cx="2321966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518398"/>
            <a:ext cx="364465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080135"/>
            <a:ext cx="2321966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472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40030"/>
            <a:ext cx="2321966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518398"/>
            <a:ext cx="364465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080135"/>
            <a:ext cx="2321966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31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23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191691"/>
            <a:ext cx="1552352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91691"/>
            <a:ext cx="4567064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636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91691"/>
            <a:ext cx="6209407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958453"/>
            <a:ext cx="6209407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3337084"/>
            <a:ext cx="1619845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ABB96-65AC-42D2-B5D4-A846637419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3337084"/>
            <a:ext cx="242976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3337084"/>
            <a:ext cx="1619845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36D25-8A09-474B-8D96-C63FE7419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56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85F9ECA9-311D-6D8F-0D58-440701C5952E}"/>
              </a:ext>
            </a:extLst>
          </p:cNvPr>
          <p:cNvSpPr/>
          <p:nvPr/>
        </p:nvSpPr>
        <p:spPr>
          <a:xfrm>
            <a:off x="1054610" y="2207818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7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FB83C78-DC4C-C85C-C497-0F8A0201EF69}"/>
              </a:ext>
            </a:extLst>
          </p:cNvPr>
          <p:cNvSpPr/>
          <p:nvPr/>
        </p:nvSpPr>
        <p:spPr>
          <a:xfrm>
            <a:off x="1956342" y="2207816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1790AFF6-4252-8D05-3B75-6CE097E69E88}"/>
              </a:ext>
            </a:extLst>
          </p:cNvPr>
          <p:cNvSpPr/>
          <p:nvPr/>
        </p:nvSpPr>
        <p:spPr>
          <a:xfrm>
            <a:off x="2373274" y="2335427"/>
            <a:ext cx="67873" cy="6787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0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2594A6E-582B-2181-626A-DBEE8E709A12}"/>
              </a:ext>
            </a:extLst>
          </p:cNvPr>
          <p:cNvGrpSpPr/>
          <p:nvPr/>
        </p:nvGrpSpPr>
        <p:grpSpPr>
          <a:xfrm>
            <a:off x="3250763" y="2911875"/>
            <a:ext cx="3538781" cy="237557"/>
            <a:chOff x="4590525" y="3898172"/>
            <a:chExt cx="3371010" cy="226294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BD09655-8B3A-10E8-D351-6FB285573B67}"/>
                </a:ext>
              </a:extLst>
            </p:cNvPr>
            <p:cNvSpPr/>
            <p:nvPr/>
          </p:nvSpPr>
          <p:spPr>
            <a:xfrm>
              <a:off x="4590525" y="3898173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C48401F6-00AD-BBFA-B5AE-A8A68F4DAC86}"/>
                </a:ext>
              </a:extLst>
            </p:cNvPr>
            <p:cNvSpPr/>
            <p:nvPr/>
          </p:nvSpPr>
          <p:spPr>
            <a:xfrm>
              <a:off x="5264727" y="3898173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492563A-1810-8F26-8699-2C1B353F7A8D}"/>
                </a:ext>
              </a:extLst>
            </p:cNvPr>
            <p:cNvSpPr/>
            <p:nvPr/>
          </p:nvSpPr>
          <p:spPr>
            <a:xfrm>
              <a:off x="5938929" y="3898173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916D337-F2F9-D652-A79E-8745D55A32E0}"/>
                </a:ext>
              </a:extLst>
            </p:cNvPr>
            <p:cNvSpPr/>
            <p:nvPr/>
          </p:nvSpPr>
          <p:spPr>
            <a:xfrm>
              <a:off x="6613131" y="3898173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9978800-D767-AFF0-A5E1-D785F6C9A447}"/>
                </a:ext>
              </a:extLst>
            </p:cNvPr>
            <p:cNvSpPr/>
            <p:nvPr/>
          </p:nvSpPr>
          <p:spPr>
            <a:xfrm>
              <a:off x="7287333" y="3898172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244A92C-94A0-8966-3785-497C431B9F42}"/>
              </a:ext>
            </a:extLst>
          </p:cNvPr>
          <p:cNvCxnSpPr>
            <a:cxnSpLocks/>
            <a:stCxn id="50" idx="5"/>
            <a:endCxn id="52" idx="1"/>
          </p:cNvCxnSpPr>
          <p:nvPr/>
        </p:nvCxnSpPr>
        <p:spPr>
          <a:xfrm>
            <a:off x="2431207" y="2393360"/>
            <a:ext cx="819556" cy="6372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470B918-4CEE-481D-2B2F-CC160EF87561}"/>
              </a:ext>
            </a:extLst>
          </p:cNvPr>
          <p:cNvSpPr txBox="1"/>
          <p:nvPr/>
        </p:nvSpPr>
        <p:spPr>
          <a:xfrm>
            <a:off x="3184774" y="280787"/>
            <a:ext cx="1313180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 dirty="0">
                <a:latin typeface="+mn-ea"/>
              </a:rPr>
              <a:t>vector</a:t>
            </a:r>
            <a:r>
              <a:rPr lang="zh-CN" altLang="en-US" sz="1890" dirty="0">
                <a:latin typeface="+mn-ea"/>
              </a:rPr>
              <a:t>拷贝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DA54FC-44F0-60E0-915D-F94AAABDB2F4}"/>
              </a:ext>
            </a:extLst>
          </p:cNvPr>
          <p:cNvSpPr txBox="1"/>
          <p:nvPr/>
        </p:nvSpPr>
        <p:spPr>
          <a:xfrm>
            <a:off x="409768" y="903249"/>
            <a:ext cx="639919" cy="318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70" dirty="0">
                <a:latin typeface="Courier New" panose="02070309020205020404" pitchFamily="49" charset="0"/>
                <a:cs typeface="Courier New" panose="02070309020205020404" pitchFamily="49" charset="0"/>
              </a:rPr>
              <a:t>res:</a:t>
            </a:r>
            <a:endParaRPr lang="zh-CN" altLang="en-US" sz="147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5AE275-32E7-7EEB-3394-AEDEA33B561B}"/>
              </a:ext>
            </a:extLst>
          </p:cNvPr>
          <p:cNvSpPr/>
          <p:nvPr/>
        </p:nvSpPr>
        <p:spPr>
          <a:xfrm>
            <a:off x="1054610" y="903247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7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100000</a:t>
            </a:r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A700C8-ABD6-A204-81BA-FFED3669CA00}"/>
              </a:ext>
            </a:extLst>
          </p:cNvPr>
          <p:cNvSpPr/>
          <p:nvPr/>
        </p:nvSpPr>
        <p:spPr>
          <a:xfrm>
            <a:off x="1956342" y="903246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DA04702-353F-8CA4-5E1F-44BC0EEAF1EC}"/>
              </a:ext>
            </a:extLst>
          </p:cNvPr>
          <p:cNvSpPr/>
          <p:nvPr/>
        </p:nvSpPr>
        <p:spPr>
          <a:xfrm>
            <a:off x="2373274" y="1030857"/>
            <a:ext cx="67873" cy="6787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00605D-0193-6240-1073-FFC6016F74F6}"/>
              </a:ext>
            </a:extLst>
          </p:cNvPr>
          <p:cNvSpPr txBox="1"/>
          <p:nvPr/>
        </p:nvSpPr>
        <p:spPr>
          <a:xfrm>
            <a:off x="409768" y="2204944"/>
            <a:ext cx="639919" cy="318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7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altLang="zh-CN" sz="147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zh-CN" altLang="en-US" sz="147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9A7260-6074-E663-86AB-D3D932BBABB6}"/>
              </a:ext>
            </a:extLst>
          </p:cNvPr>
          <p:cNvSpPr/>
          <p:nvPr/>
        </p:nvSpPr>
        <p:spPr>
          <a:xfrm>
            <a:off x="1054610" y="903246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7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100000</a:t>
            </a:r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AEF9DB7E-9540-2F3B-E48B-82C3FDEF4CB2}"/>
              </a:ext>
            </a:extLst>
          </p:cNvPr>
          <p:cNvGrpSpPr/>
          <p:nvPr/>
        </p:nvGrpSpPr>
        <p:grpSpPr>
          <a:xfrm>
            <a:off x="3250763" y="1607304"/>
            <a:ext cx="3538781" cy="237557"/>
            <a:chOff x="4590525" y="2655451"/>
            <a:chExt cx="3371010" cy="226294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789CB57-4600-A86C-D525-D185D0AE0D6F}"/>
                </a:ext>
              </a:extLst>
            </p:cNvPr>
            <p:cNvSpPr/>
            <p:nvPr/>
          </p:nvSpPr>
          <p:spPr>
            <a:xfrm>
              <a:off x="4590525" y="2655452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BD30B8E-9F47-C5FE-D2FA-B8DD74E4CE24}"/>
                </a:ext>
              </a:extLst>
            </p:cNvPr>
            <p:cNvSpPr/>
            <p:nvPr/>
          </p:nvSpPr>
          <p:spPr>
            <a:xfrm>
              <a:off x="5264727" y="2655452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58CAA2E-8883-CC4D-36C2-76E1C56FF32B}"/>
                </a:ext>
              </a:extLst>
            </p:cNvPr>
            <p:cNvSpPr/>
            <p:nvPr/>
          </p:nvSpPr>
          <p:spPr>
            <a:xfrm>
              <a:off x="5938929" y="2655452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8383B51-B3DB-AA5C-49D1-600D6D5C665E}"/>
                </a:ext>
              </a:extLst>
            </p:cNvPr>
            <p:cNvSpPr/>
            <p:nvPr/>
          </p:nvSpPr>
          <p:spPr>
            <a:xfrm>
              <a:off x="6613131" y="2655452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...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A776074-ABFA-90E7-AF6A-02D3520A1DD6}"/>
                </a:ext>
              </a:extLst>
            </p:cNvPr>
            <p:cNvSpPr/>
            <p:nvPr/>
          </p:nvSpPr>
          <p:spPr>
            <a:xfrm>
              <a:off x="7287333" y="2655451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100000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05EAE2A-DF54-4DCA-5DE9-A9E503D189F7}"/>
              </a:ext>
            </a:extLst>
          </p:cNvPr>
          <p:cNvCxnSpPr>
            <a:cxnSpLocks/>
            <a:stCxn id="10" idx="5"/>
            <a:endCxn id="26" idx="1"/>
          </p:cNvCxnSpPr>
          <p:nvPr/>
        </p:nvCxnSpPr>
        <p:spPr>
          <a:xfrm>
            <a:off x="2431207" y="1088790"/>
            <a:ext cx="819556" cy="6372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9371D027-47F5-8CA0-91C4-519863DEF326}"/>
              </a:ext>
            </a:extLst>
          </p:cNvPr>
          <p:cNvSpPr/>
          <p:nvPr/>
        </p:nvSpPr>
        <p:spPr>
          <a:xfrm>
            <a:off x="3250763" y="1607305"/>
            <a:ext cx="707757" cy="2375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CN" altLang="en-US" sz="1103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C3D27B7-FD35-2160-5FA0-305AA2FF9DEA}"/>
              </a:ext>
            </a:extLst>
          </p:cNvPr>
          <p:cNvSpPr/>
          <p:nvPr/>
        </p:nvSpPr>
        <p:spPr>
          <a:xfrm>
            <a:off x="3958519" y="1607305"/>
            <a:ext cx="707757" cy="2375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CN" altLang="en-US" sz="1103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C007342-2D78-0456-A950-227C79413162}"/>
              </a:ext>
            </a:extLst>
          </p:cNvPr>
          <p:cNvSpPr/>
          <p:nvPr/>
        </p:nvSpPr>
        <p:spPr>
          <a:xfrm>
            <a:off x="4666275" y="1607305"/>
            <a:ext cx="707757" cy="2375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zh-CN" altLang="en-US" sz="1103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4EA74AB-DC38-A3E0-825F-BCB11802E277}"/>
              </a:ext>
            </a:extLst>
          </p:cNvPr>
          <p:cNvSpPr/>
          <p:nvPr/>
        </p:nvSpPr>
        <p:spPr>
          <a:xfrm>
            <a:off x="5374031" y="1607305"/>
            <a:ext cx="707757" cy="2375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zh-CN" altLang="en-US" sz="1103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F516F4E-FC84-3467-60C7-287EBF824563}"/>
              </a:ext>
            </a:extLst>
          </p:cNvPr>
          <p:cNvSpPr/>
          <p:nvPr/>
        </p:nvSpPr>
        <p:spPr>
          <a:xfrm>
            <a:off x="6081787" y="1607304"/>
            <a:ext cx="707757" cy="2375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100000</a:t>
            </a:r>
            <a:endParaRPr lang="zh-CN" altLang="en-US" sz="1103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AC264BB-5003-DD60-C962-1115745D2F4D}"/>
              </a:ext>
            </a:extLst>
          </p:cNvPr>
          <p:cNvSpPr/>
          <p:nvPr/>
        </p:nvSpPr>
        <p:spPr>
          <a:xfrm>
            <a:off x="6873240" y="1607304"/>
            <a:ext cx="237600" cy="2375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73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93826E-7 -4.46208E-6 L 0.00044 0.3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" y="180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7508E-6 3.10406E-6 L -0.0011 0.36111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" y="180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3583E-6 3.10406E-6 L 0.00022 0.36111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0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6042E-6 3.10406E-6 L 0.00022 0.36111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0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333E-7 3.10406E-6 L 0.00132 0.36111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" y="180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4708E-6 3.10406E-6 L 0.00044 0.36111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" y="180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41" dur="3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24" grpId="0" animBg="1"/>
      <p:bldP spid="61" grpId="0" animBg="1"/>
      <p:bldP spid="63" grpId="0" animBg="1"/>
      <p:bldP spid="65" grpId="0" animBg="1"/>
      <p:bldP spid="67" grpId="0" animBg="1"/>
      <p:bldP spid="69" grpId="0" animBg="1"/>
      <p:bldP spid="7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636DA-6C59-C08C-1E79-4D200C19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92F1321D-F0AF-61F0-3D7C-BEBAD87146F7}"/>
              </a:ext>
            </a:extLst>
          </p:cNvPr>
          <p:cNvSpPr/>
          <p:nvPr/>
        </p:nvSpPr>
        <p:spPr>
          <a:xfrm>
            <a:off x="1054610" y="2207818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4F6B7E3-9E76-91B9-FC5F-2B0505BD1632}"/>
              </a:ext>
            </a:extLst>
          </p:cNvPr>
          <p:cNvSpPr/>
          <p:nvPr/>
        </p:nvSpPr>
        <p:spPr>
          <a:xfrm>
            <a:off x="1956342" y="2207816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694101-CBB8-5383-8A65-187737AB0377}"/>
              </a:ext>
            </a:extLst>
          </p:cNvPr>
          <p:cNvSpPr txBox="1"/>
          <p:nvPr/>
        </p:nvSpPr>
        <p:spPr>
          <a:xfrm>
            <a:off x="3184774" y="280787"/>
            <a:ext cx="1313180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 dirty="0">
                <a:latin typeface="+mn-ea"/>
              </a:rPr>
              <a:t>vector</a:t>
            </a:r>
            <a:r>
              <a:rPr lang="zh-CN" altLang="en-US" sz="1890" dirty="0">
                <a:latin typeface="+mn-ea"/>
              </a:rPr>
              <a:t>移动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D63556-A243-03D4-29CB-B71E1495DD0A}"/>
              </a:ext>
            </a:extLst>
          </p:cNvPr>
          <p:cNvSpPr txBox="1"/>
          <p:nvPr/>
        </p:nvSpPr>
        <p:spPr>
          <a:xfrm>
            <a:off x="409768" y="903249"/>
            <a:ext cx="639919" cy="318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70" dirty="0">
                <a:latin typeface="Courier New" panose="02070309020205020404" pitchFamily="49" charset="0"/>
                <a:cs typeface="Courier New" panose="02070309020205020404" pitchFamily="49" charset="0"/>
              </a:rPr>
              <a:t>res:</a:t>
            </a:r>
            <a:endParaRPr lang="zh-CN" altLang="en-US" sz="147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A5DF1A-3817-012E-F0B5-CD77635A65F9}"/>
              </a:ext>
            </a:extLst>
          </p:cNvPr>
          <p:cNvSpPr/>
          <p:nvPr/>
        </p:nvSpPr>
        <p:spPr>
          <a:xfrm>
            <a:off x="1054610" y="903247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002A62-2550-F5BB-6D75-9F7084CA9F95}"/>
              </a:ext>
            </a:extLst>
          </p:cNvPr>
          <p:cNvSpPr/>
          <p:nvPr/>
        </p:nvSpPr>
        <p:spPr>
          <a:xfrm>
            <a:off x="1956342" y="903246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127B692-74D5-7415-CFF8-5979594D3978}"/>
              </a:ext>
            </a:extLst>
          </p:cNvPr>
          <p:cNvSpPr/>
          <p:nvPr/>
        </p:nvSpPr>
        <p:spPr>
          <a:xfrm>
            <a:off x="2373274" y="1030857"/>
            <a:ext cx="67873" cy="6787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981043-A5BC-77D3-2F70-41BB8B88921C}"/>
              </a:ext>
            </a:extLst>
          </p:cNvPr>
          <p:cNvSpPr txBox="1"/>
          <p:nvPr/>
        </p:nvSpPr>
        <p:spPr>
          <a:xfrm>
            <a:off x="409768" y="2204944"/>
            <a:ext cx="639919" cy="318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7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altLang="zh-CN" sz="147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zh-CN" altLang="en-US" sz="147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93FDD2E-2F6A-2AF3-1865-704CC6B2A622}"/>
              </a:ext>
            </a:extLst>
          </p:cNvPr>
          <p:cNvGrpSpPr/>
          <p:nvPr/>
        </p:nvGrpSpPr>
        <p:grpSpPr>
          <a:xfrm>
            <a:off x="3250763" y="1607304"/>
            <a:ext cx="3538781" cy="237557"/>
            <a:chOff x="4590525" y="2655451"/>
            <a:chExt cx="3371010" cy="226294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FB5DDAD-2744-CC45-F48F-8CCD9B92020D}"/>
                </a:ext>
              </a:extLst>
            </p:cNvPr>
            <p:cNvSpPr/>
            <p:nvPr/>
          </p:nvSpPr>
          <p:spPr>
            <a:xfrm>
              <a:off x="4590525" y="2655452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F99B3C1-AE95-96B5-95F0-E7B03DB61DFD}"/>
                </a:ext>
              </a:extLst>
            </p:cNvPr>
            <p:cNvSpPr/>
            <p:nvPr/>
          </p:nvSpPr>
          <p:spPr>
            <a:xfrm>
              <a:off x="5264727" y="2655452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74C0448-F846-22BD-9CB2-599FC1835E72}"/>
                </a:ext>
              </a:extLst>
            </p:cNvPr>
            <p:cNvSpPr/>
            <p:nvPr/>
          </p:nvSpPr>
          <p:spPr>
            <a:xfrm>
              <a:off x="5938929" y="2655452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549929F-7B33-BFCB-7201-CC99922E8189}"/>
                </a:ext>
              </a:extLst>
            </p:cNvPr>
            <p:cNvSpPr/>
            <p:nvPr/>
          </p:nvSpPr>
          <p:spPr>
            <a:xfrm>
              <a:off x="6613131" y="2655452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...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CD5AF22-ED39-4E9D-B372-63FC1D5489C3}"/>
                </a:ext>
              </a:extLst>
            </p:cNvPr>
            <p:cNvSpPr/>
            <p:nvPr/>
          </p:nvSpPr>
          <p:spPr>
            <a:xfrm>
              <a:off x="7287333" y="2655451"/>
              <a:ext cx="674202" cy="226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3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100000</a:t>
              </a:r>
              <a:endParaRPr lang="zh-CN" altLang="en-US" sz="1103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6525B852-FA22-E9B1-4780-6D6AFE9B3AF3}"/>
              </a:ext>
            </a:extLst>
          </p:cNvPr>
          <p:cNvSpPr/>
          <p:nvPr/>
        </p:nvSpPr>
        <p:spPr>
          <a:xfrm>
            <a:off x="6873240" y="1607304"/>
            <a:ext cx="237600" cy="2375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E5E182-46BC-3CAD-CF9C-2C178A69130D}"/>
              </a:ext>
            </a:extLst>
          </p:cNvPr>
          <p:cNvSpPr/>
          <p:nvPr/>
        </p:nvSpPr>
        <p:spPr>
          <a:xfrm>
            <a:off x="1055744" y="903991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7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100000</a:t>
            </a:r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CBF784-7B76-01C0-4024-A396EF890F0F}"/>
              </a:ext>
            </a:extLst>
          </p:cNvPr>
          <p:cNvSpPr/>
          <p:nvPr/>
        </p:nvSpPr>
        <p:spPr>
          <a:xfrm>
            <a:off x="1054609" y="2208624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7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ECFE9F-4E59-96EF-489A-3F3E7AE7EEB2}"/>
              </a:ext>
            </a:extLst>
          </p:cNvPr>
          <p:cNvSpPr/>
          <p:nvPr/>
        </p:nvSpPr>
        <p:spPr>
          <a:xfrm>
            <a:off x="1956342" y="2207816"/>
            <a:ext cx="901733" cy="323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7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zh-CN" altLang="en-US" sz="147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0150781-3D02-A6DB-DE21-7D266F863781}"/>
              </a:ext>
            </a:extLst>
          </p:cNvPr>
          <p:cNvGrpSpPr/>
          <p:nvPr/>
        </p:nvGrpSpPr>
        <p:grpSpPr>
          <a:xfrm>
            <a:off x="2410432" y="871710"/>
            <a:ext cx="1692812" cy="1692812"/>
            <a:chOff x="2410432" y="871710"/>
            <a:chExt cx="1692812" cy="1692812"/>
          </a:xfrm>
        </p:grpSpPr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F8478AA-DEB0-BD88-83AF-8A26DF24EF3F}"/>
                </a:ext>
              </a:extLst>
            </p:cNvPr>
            <p:cNvCxnSpPr>
              <a:cxnSpLocks/>
              <a:stCxn id="10" idx="5"/>
              <a:endCxn id="26" idx="1"/>
            </p:cNvCxnSpPr>
            <p:nvPr/>
          </p:nvCxnSpPr>
          <p:spPr>
            <a:xfrm>
              <a:off x="2431207" y="1088790"/>
              <a:ext cx="819556" cy="63729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0F79551-ABB6-126F-C469-27BF0491DBBA}"/>
                </a:ext>
              </a:extLst>
            </p:cNvPr>
            <p:cNvSpPr/>
            <p:nvPr/>
          </p:nvSpPr>
          <p:spPr>
            <a:xfrm>
              <a:off x="2410432" y="871710"/>
              <a:ext cx="1692812" cy="1692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926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0099E-6 4.62081E-6 L -0.00022 0.3624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" y="180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93826E-7 7.58377E-7 L 0.00022 -0.3624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" y="-181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3561E-6 -4.46208E-6 L -3.85888E-7 0.3624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" y="1821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3561E-6 1.67549E-6 L -3.85888E-7 -0.3624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" y="-1759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500000">
                                      <p:cBhvr>
                                        <p:cTn id="1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0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7" grpId="0" animBg="1"/>
      <p:bldP spid="11" grpId="0" animBg="1"/>
      <p:bldP spid="1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</TotalTime>
  <Words>33</Words>
  <Application>Microsoft Office PowerPoint</Application>
  <PresentationFormat>自定义</PresentationFormat>
  <Paragraphs>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正阳 赵</dc:creator>
  <cp:lastModifiedBy>正阳 赵</cp:lastModifiedBy>
  <cp:revision>16</cp:revision>
  <dcterms:created xsi:type="dcterms:W3CDTF">2026-07-16T18:10:02Z</dcterms:created>
  <dcterms:modified xsi:type="dcterms:W3CDTF">2026-07-16T19:43:42Z</dcterms:modified>
</cp:coreProperties>
</file>